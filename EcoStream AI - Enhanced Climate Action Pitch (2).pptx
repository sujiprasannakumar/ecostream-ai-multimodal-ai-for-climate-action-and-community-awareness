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346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050" y="0"/>
            <a:ext cx="20104100" cy="113085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BEB3BF-2D97-A71A-C1BC-D3C6954E4F2E}"/>
              </a:ext>
            </a:extLst>
          </p:cNvPr>
          <p:cNvSpPr txBox="1"/>
          <p:nvPr/>
        </p:nvSpPr>
        <p:spPr>
          <a:xfrm>
            <a:off x="1517650" y="9083675"/>
            <a:ext cx="967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F0"/>
                </a:solidFill>
              </a:rPr>
              <a:t>CHITTUMURI SUJI PRASANNA KUMAR</a:t>
            </a:r>
          </a:p>
          <a:p>
            <a:r>
              <a:rPr lang="en-IN" sz="2400" dirty="0">
                <a:solidFill>
                  <a:srgbClr val="00B0F0"/>
                </a:solidFill>
              </a:rPr>
              <a:t>MALLA REDDY COLLEGE OF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9</Words>
  <Application>Microsoft Office PowerPoint</Application>
  <PresentationFormat>Custom</PresentationFormat>
  <Paragraphs>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Rohith Bonthu</cp:lastModifiedBy>
  <cp:revision>2</cp:revision>
  <dcterms:created xsi:type="dcterms:W3CDTF">2026-09-15T09:44:20Z</dcterms:created>
  <dcterms:modified xsi:type="dcterms:W3CDTF">2026-09-15T09:55:32Z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2026-09-12T00:00:00Z</vt:filetime>
  </property>
  <property fmtid="{D5CDD505-2E9C-101B-9397-08002B2CF9AE}" pid="4" name="LastSaved">
    <vt:filetime>2026-09-15T00:00:00Z</vt:filetime>
  </property>
  <property fmtid="{D5CDD505-2E9C-101B-9397-08002B2CF9AE}" pid="5" name="Producer">
    <vt:lpwstr>3-Heights(TM) PDF Security Shell 4.8.25.2 (http://www.pdf-tools.com)</vt:lpwstr>
  </property>
</Properties>
</file>